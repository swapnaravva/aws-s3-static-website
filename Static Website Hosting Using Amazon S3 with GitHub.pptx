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161C4A"/>
          </a:solidFill>
        </p:spPr>
      </p:sp>
      <p:sp>
        <p:nvSpPr>
          <p:cNvPr id="3" name="Shape 1"/>
          <p:cNvSpPr/>
          <p:nvPr/>
        </p:nvSpPr>
        <p:spPr>
          <a:xfrm>
            <a:off x="9966960" y="4206240"/>
            <a:ext cx="3840480" cy="3840480"/>
          </a:xfrm>
          <a:prstGeom prst="ellipse">
            <a:avLst/>
          </a:prstGeom>
          <a:solidFill>
            <a:srgbClr val="232B63"/>
          </a:solidFill>
        </p:spPr>
      </p:sp>
      <p:sp>
        <p:nvSpPr>
          <p:cNvPr id="4" name="Shape 2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1C4A"/>
          </a:solidFill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COMPUTING PROJECT  ·  AWS ACADEMY INTERNSHIP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87552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Static Website Hosting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Using Amazon S3 with GitHub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serverless, low-cost architecture for deploying and version-controlling static websites on the AWS cloud.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3840480" cy="0"/>
          </a:xfrm>
          <a:prstGeom prst="line">
            <a:avLst/>
          </a:prstGeom>
          <a:noFill/>
          <a:ln w="1905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53712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99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SUBMITTED BY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88289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RAVVA SWAPNA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40680" y="48828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24KT5A0519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1892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SHAIK ASHIK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40680" y="51892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23KT1A05H8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549554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PUNNA POORNA CHANDU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40680" y="549554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23KT1A05H3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8018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THAMMA GAYATHRI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40680" y="5801868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24KT5A0506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610819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IPPILI BHUMIKA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40680" y="61081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24KT5A0503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652424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1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PSCMR College of Engineering and Technology, Vijayawada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99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29384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749808" y="19293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99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185416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traditional hosting falls short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825496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749808" y="28254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99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77063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 Overview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08152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serverless approach with S3 + GitHub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721608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749808" y="37216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99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666744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97764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makes this hosting model effective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471416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617720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749808" y="4617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99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562856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Services Used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87375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cloud building blocks behind it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89320" y="178308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90488" y="1929384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4"/>
          <p:cNvSpPr/>
          <p:nvPr/>
        </p:nvSpPr>
        <p:spPr>
          <a:xfrm>
            <a:off x="6190488" y="19293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99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187452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12280" y="2185416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deployment workflow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89320" y="2679192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0488" y="2825496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1" name="Text 29"/>
          <p:cNvSpPr/>
          <p:nvPr/>
        </p:nvSpPr>
        <p:spPr>
          <a:xfrm>
            <a:off x="6190488" y="28254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99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12280" y="277063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812280" y="3081528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this project can go next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89320" y="3575304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90488" y="3721608"/>
            <a:ext cx="457200" cy="45720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6" name="Text 34"/>
          <p:cNvSpPr/>
          <p:nvPr/>
        </p:nvSpPr>
        <p:spPr>
          <a:xfrm>
            <a:off x="6190488" y="37216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99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812280" y="3666744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812280" y="3977640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Outcomes and takeaways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99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CHALLENGE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57784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web hosting relies on dedicated servers that demand continuous maintenance, manual scaling, and high operational cost — a heavy burden for students, startups, and small businesses that simply need a website online.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712464"/>
            <a:ext cx="109728" cy="109728"/>
          </a:xfrm>
          <a:prstGeom prst="ellipse">
            <a:avLst/>
          </a:prstGeom>
          <a:solidFill>
            <a:srgbClr val="FF9900"/>
          </a:solidFill>
        </p:spPr>
      </p:sp>
      <p:sp>
        <p:nvSpPr>
          <p:cNvPr id="6" name="Text 4"/>
          <p:cNvSpPr/>
          <p:nvPr/>
        </p:nvSpPr>
        <p:spPr>
          <a:xfrm>
            <a:off x="822960" y="3584448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Dedicated servers require constant patching and uptime management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279392"/>
            <a:ext cx="109728" cy="109728"/>
          </a:xfrm>
          <a:prstGeom prst="ellipse">
            <a:avLst/>
          </a:prstGeom>
          <a:solidFill>
            <a:srgbClr val="FF9900"/>
          </a:solidFill>
        </p:spPr>
      </p:sp>
      <p:sp>
        <p:nvSpPr>
          <p:cNvPr id="8" name="Text 6"/>
          <p:cNvSpPr/>
          <p:nvPr/>
        </p:nvSpPr>
        <p:spPr>
          <a:xfrm>
            <a:off x="822960" y="4151376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Scaling for traffic spikes is manual and expensive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109728" cy="109728"/>
          </a:xfrm>
          <a:prstGeom prst="ellipse">
            <a:avLst/>
          </a:prstGeom>
          <a:solidFill>
            <a:srgbClr val="FF9900"/>
          </a:solidFill>
        </p:spPr>
      </p:sp>
      <p:sp>
        <p:nvSpPr>
          <p:cNvPr id="10" name="Text 8"/>
          <p:cNvSpPr/>
          <p:nvPr/>
        </p:nvSpPr>
        <p:spPr>
          <a:xfrm>
            <a:off x="822960" y="4718304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operational and infrastructure costs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413248"/>
            <a:ext cx="109728" cy="109728"/>
          </a:xfrm>
          <a:prstGeom prst="ellipse">
            <a:avLst/>
          </a:prstGeom>
          <a:solidFill>
            <a:srgbClr val="FF9900"/>
          </a:solidFill>
        </p:spPr>
      </p:sp>
      <p:sp>
        <p:nvSpPr>
          <p:cNvPr id="12" name="Text 10"/>
          <p:cNvSpPr/>
          <p:nvPr/>
        </p:nvSpPr>
        <p:spPr>
          <a:xfrm>
            <a:off x="822960" y="528523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Beginners find complex hosting setups difficult to deploy and manage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169164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1E2761"/>
          </a:solidFill>
          <a:effectLst>
            <a:outerShdw blurRad="127000" dist="38100" dir="5400000" algn="bl" rotWithShape="0">
              <a:srgbClr val="1E276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96596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NEEDED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03720" y="2377440"/>
            <a:ext cx="434340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secure, reliable, and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scalable platform to host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static web pages —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without owning a server.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903720" y="4251960"/>
            <a:ext cx="397764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4434840"/>
            <a:ext cx="43434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with a version-controlled repository to organize, track, and maintain the website's source code over time.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99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Solution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4241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fully static website — built with HTML, CSS, and JavaScript — hosted directly on Amazon S3, with GitHub managing every version of the source code.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542032" cy="320040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88036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804672" y="2880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20848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977640"/>
            <a:ext cx="2084832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Website built using HTML, CSS &amp; JavaScript for a lightweight, responsive front end.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08960" y="3886200"/>
            <a:ext cx="201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3CA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10128" y="2606040"/>
            <a:ext cx="2542032" cy="320040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288036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3566160" y="2880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38728" y="3566160"/>
            <a:ext cx="20848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38728" y="3977640"/>
            <a:ext cx="2084832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code pushed to a GitHub repository, tracking every change and update.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70448" y="3886200"/>
            <a:ext cx="201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3CA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071616" y="2606040"/>
            <a:ext cx="2542032" cy="320040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27648" y="288036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6327648" y="2880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0216" y="3566160"/>
            <a:ext cx="20848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&amp; Host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0216" y="3977640"/>
            <a:ext cx="2084832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Files uploaded to an Amazon S3 bucket with Static Website Hosting enabled.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631936" y="3886200"/>
            <a:ext cx="2011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3CA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833104" y="2606040"/>
            <a:ext cx="2542032" cy="320040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89136" y="2880360"/>
            <a:ext cx="502920" cy="502920"/>
          </a:xfrm>
          <a:prstGeom prst="ellipse">
            <a:avLst/>
          </a:prstGeom>
          <a:solidFill>
            <a:srgbClr val="FF9900"/>
          </a:solidFill>
        </p:spPr>
      </p:sp>
      <p:sp>
        <p:nvSpPr>
          <p:cNvPr id="25" name="Text 23"/>
          <p:cNvSpPr/>
          <p:nvPr/>
        </p:nvSpPr>
        <p:spPr>
          <a:xfrm>
            <a:off x="9089136" y="28803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61704" y="3566160"/>
            <a:ext cx="2084832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 Live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61704" y="3977640"/>
            <a:ext cx="2084832" cy="169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Bucket policies grant public read access via the S3 Website Endpoint URL.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99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232B63"/>
          </a:solidFill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FF9900"/>
          </a:solidFill>
        </p:spPr>
      </p:sp>
      <p:sp>
        <p:nvSpPr>
          <p:cNvPr id="6" name="Text 4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569464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Cost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Pay-as-you-use pricing with no server rental or maintenance fees.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33672" y="178308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232B63"/>
          </a:solidFill>
        </p:spPr>
      </p:sp>
      <p:sp>
        <p:nvSpPr>
          <p:cNvPr id="10" name="Shape 8"/>
          <p:cNvSpPr/>
          <p:nvPr/>
        </p:nvSpPr>
        <p:spPr>
          <a:xfrm>
            <a:off x="4462272" y="2011680"/>
            <a:ext cx="457200" cy="457200"/>
          </a:xfrm>
          <a:prstGeom prst="ellipse">
            <a:avLst/>
          </a:prstGeom>
          <a:solidFill>
            <a:srgbClr val="FF9900"/>
          </a:solidFill>
        </p:spPr>
      </p:sp>
      <p:sp>
        <p:nvSpPr>
          <p:cNvPr id="11" name="Text 9"/>
          <p:cNvSpPr/>
          <p:nvPr/>
        </p:nvSpPr>
        <p:spPr>
          <a:xfrm>
            <a:off x="4462272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62272" y="2569464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Availability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462272" y="288036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Backed by AWS cloud infrastructure for consistent uptime.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18704" y="1783080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232B63"/>
          </a:solidFill>
        </p:spPr>
      </p:sp>
      <p:sp>
        <p:nvSpPr>
          <p:cNvPr id="15" name="Shape 13"/>
          <p:cNvSpPr/>
          <p:nvPr/>
        </p:nvSpPr>
        <p:spPr>
          <a:xfrm>
            <a:off x="8147304" y="2011680"/>
            <a:ext cx="457200" cy="457200"/>
          </a:xfrm>
          <a:prstGeom prst="ellipse">
            <a:avLst/>
          </a:prstGeom>
          <a:solidFill>
            <a:srgbClr val="FF9900"/>
          </a:solidFill>
        </p:spPr>
      </p:sp>
      <p:sp>
        <p:nvSpPr>
          <p:cNvPr id="16" name="Text 14"/>
          <p:cNvSpPr/>
          <p:nvPr/>
        </p:nvSpPr>
        <p:spPr>
          <a:xfrm>
            <a:off x="8147304" y="2011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47304" y="2569464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 Deployment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147304" y="288036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Website files upload and update in minutes via the S3 console.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13632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232B63"/>
          </a:solidFill>
        </p:spPr>
      </p:sp>
      <p:sp>
        <p:nvSpPr>
          <p:cNvPr id="20" name="Shape 18"/>
          <p:cNvSpPr/>
          <p:nvPr/>
        </p:nvSpPr>
        <p:spPr>
          <a:xfrm>
            <a:off x="777240" y="4142232"/>
            <a:ext cx="457200" cy="457200"/>
          </a:xfrm>
          <a:prstGeom prst="ellipse">
            <a:avLst/>
          </a:prstGeom>
          <a:solidFill>
            <a:srgbClr val="FF9900"/>
          </a:solidFill>
        </p:spPr>
      </p:sp>
      <p:sp>
        <p:nvSpPr>
          <p:cNvPr id="21" name="Text 19"/>
          <p:cNvSpPr/>
          <p:nvPr/>
        </p:nvSpPr>
        <p:spPr>
          <a:xfrm>
            <a:off x="777240" y="41422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4700016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Scalability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77240" y="501091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S3 automatically handles growing storage and traffic without limits.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33672" y="3913632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232B63"/>
          </a:solidFill>
        </p:spPr>
      </p:sp>
      <p:sp>
        <p:nvSpPr>
          <p:cNvPr id="25" name="Shape 23"/>
          <p:cNvSpPr/>
          <p:nvPr/>
        </p:nvSpPr>
        <p:spPr>
          <a:xfrm>
            <a:off x="4462272" y="4142232"/>
            <a:ext cx="457200" cy="457200"/>
          </a:xfrm>
          <a:prstGeom prst="ellipse">
            <a:avLst/>
          </a:prstGeom>
          <a:solidFill>
            <a:srgbClr val="FF9900"/>
          </a:solidFill>
        </p:spPr>
      </p:sp>
      <p:sp>
        <p:nvSpPr>
          <p:cNvPr id="26" name="Text 24"/>
          <p:cNvSpPr/>
          <p:nvPr/>
        </p:nvSpPr>
        <p:spPr>
          <a:xfrm>
            <a:off x="4462272" y="41422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62272" y="4700016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462272" y="501091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IAM permissions and bucket policies protect cloud resources.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18704" y="3913632"/>
            <a:ext cx="3429000" cy="1874520"/>
          </a:xfrm>
          <a:prstGeom prst="roundRect">
            <a:avLst>
              <a:gd name="adj" fmla="val 4878"/>
            </a:avLst>
          </a:prstGeom>
          <a:solidFill>
            <a:srgbClr val="232B63"/>
          </a:solidFill>
        </p:spPr>
      </p:sp>
      <p:sp>
        <p:nvSpPr>
          <p:cNvPr id="30" name="Shape 28"/>
          <p:cNvSpPr/>
          <p:nvPr/>
        </p:nvSpPr>
        <p:spPr>
          <a:xfrm>
            <a:off x="8147304" y="4142232"/>
            <a:ext cx="457200" cy="457200"/>
          </a:xfrm>
          <a:prstGeom prst="ellipse">
            <a:avLst/>
          </a:prstGeom>
          <a:solidFill>
            <a:srgbClr val="FF9900"/>
          </a:solidFill>
        </p:spPr>
      </p:sp>
      <p:sp>
        <p:nvSpPr>
          <p:cNvPr id="31" name="Text 29"/>
          <p:cNvSpPr/>
          <p:nvPr/>
        </p:nvSpPr>
        <p:spPr>
          <a:xfrm>
            <a:off x="8147304" y="41422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47304" y="4700016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Reliability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147304" y="501091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object durability keeps website files safe at all times.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99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TOOLSET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AWS Services &amp; Tools Used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42032" cy="393192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FF9900"/>
          </a:solidFill>
        </p:spPr>
      </p:sp>
      <p:sp>
        <p:nvSpPr>
          <p:cNvPr id="6" name="Text 4"/>
          <p:cNvSpPr/>
          <p:nvPr/>
        </p:nvSpPr>
        <p:spPr>
          <a:xfrm>
            <a:off x="777240" y="20574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3154680"/>
            <a:ext cx="2139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Amazon S3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3749040"/>
            <a:ext cx="2139696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 storage that stores and hosts every static file — HTML, CSS, JS, and images.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0128" y="1783080"/>
            <a:ext cx="2542032" cy="393192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8728" y="2057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FF9900"/>
          </a:solidFill>
        </p:spPr>
      </p:sp>
      <p:sp>
        <p:nvSpPr>
          <p:cNvPr id="11" name="Text 9"/>
          <p:cNvSpPr/>
          <p:nvPr/>
        </p:nvSpPr>
        <p:spPr>
          <a:xfrm>
            <a:off x="3538728" y="20574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IAM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11296" y="3154680"/>
            <a:ext cx="2139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Identity &amp; Access Mgmt.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11296" y="3749040"/>
            <a:ext cx="2139696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Manages secure user permissions and controlled access to AWS resources.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71616" y="1783080"/>
            <a:ext cx="2542032" cy="393192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0216" y="2057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6300216" y="20574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Git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72784" y="3154680"/>
            <a:ext cx="2139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&amp; GitHub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72784" y="3749040"/>
            <a:ext cx="2139696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control system storing, tracking, and organizing the project's source code.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33104" y="1783080"/>
            <a:ext cx="2542032" cy="393192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61704" y="205740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9061704" y="205740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34272" y="3154680"/>
            <a:ext cx="2139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Studio Code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034272" y="3749040"/>
            <a:ext cx="2139696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code editor used to build, edit, and test website files before upload.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99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FITS TOGETHER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Website → Write Code in VS Code → Push to GitHub → Upload Files to S3 → Enable Static Hosting → Live via S3 Endpoint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35024" y="3040380"/>
            <a:ext cx="9034272" cy="0"/>
          </a:xfrm>
          <a:prstGeom prst="line">
            <a:avLst/>
          </a:prstGeom>
          <a:noFill/>
          <a:ln w="25400">
            <a:solidFill>
              <a:srgbClr val="C3CAE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48640" y="233172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D5DA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8992" y="2478024"/>
            <a:ext cx="512064" cy="512064"/>
          </a:xfrm>
          <a:prstGeom prst="ellipse">
            <a:avLst/>
          </a:prstGeom>
          <a:solidFill>
            <a:srgbClr val="FF9900"/>
          </a:solidFill>
        </p:spPr>
      </p:sp>
      <p:sp>
        <p:nvSpPr>
          <p:cNvPr id="8" name="Text 6"/>
          <p:cNvSpPr/>
          <p:nvPr/>
        </p:nvSpPr>
        <p:spPr>
          <a:xfrm>
            <a:off x="1078992" y="247802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3081528"/>
            <a:ext cx="142646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3504" y="3374136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site in HTML/CSS/JS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355494" y="233172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D5DA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85846" y="2478024"/>
            <a:ext cx="512064" cy="512064"/>
          </a:xfrm>
          <a:prstGeom prst="ellipse">
            <a:avLst/>
          </a:prstGeom>
          <a:solidFill>
            <a:srgbClr val="FF9900"/>
          </a:solidFill>
        </p:spPr>
      </p:sp>
      <p:sp>
        <p:nvSpPr>
          <p:cNvPr id="13" name="Text 11"/>
          <p:cNvSpPr/>
          <p:nvPr/>
        </p:nvSpPr>
        <p:spPr>
          <a:xfrm>
            <a:off x="2885846" y="247802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28646" y="3081528"/>
            <a:ext cx="142646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 Code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10358" y="3374136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Writes &amp; tests code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162349" y="233172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D5DAE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92701" y="2478024"/>
            <a:ext cx="512064" cy="512064"/>
          </a:xfrm>
          <a:prstGeom prst="ellipse">
            <a:avLst/>
          </a:prstGeom>
          <a:solidFill>
            <a:srgbClr val="FF9900"/>
          </a:solidFill>
        </p:spPr>
      </p:sp>
      <p:sp>
        <p:nvSpPr>
          <p:cNvPr id="18" name="Text 16"/>
          <p:cNvSpPr/>
          <p:nvPr/>
        </p:nvSpPr>
        <p:spPr>
          <a:xfrm>
            <a:off x="4692701" y="247802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35501" y="3081528"/>
            <a:ext cx="142646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17213" y="3374136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code repository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5969203" y="233172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9555" y="2478024"/>
            <a:ext cx="512064" cy="512064"/>
          </a:xfrm>
          <a:prstGeom prst="ellipse">
            <a:avLst/>
          </a:prstGeom>
          <a:solidFill>
            <a:srgbClr val="FF9900"/>
          </a:solidFill>
        </p:spPr>
      </p:sp>
      <p:sp>
        <p:nvSpPr>
          <p:cNvPr id="23" name="Text 21"/>
          <p:cNvSpPr/>
          <p:nvPr/>
        </p:nvSpPr>
        <p:spPr>
          <a:xfrm>
            <a:off x="6499555" y="247802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42355" y="3081528"/>
            <a:ext cx="142646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Amazon S3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24067" y="3374136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website files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7776058" y="233172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06410" y="2478024"/>
            <a:ext cx="512064" cy="512064"/>
          </a:xfrm>
          <a:prstGeom prst="ellipse">
            <a:avLst/>
          </a:prstGeom>
          <a:solidFill>
            <a:srgbClr val="FF9900"/>
          </a:solidFill>
        </p:spPr>
      </p:sp>
      <p:sp>
        <p:nvSpPr>
          <p:cNvPr id="28" name="Text 26"/>
          <p:cNvSpPr/>
          <p:nvPr/>
        </p:nvSpPr>
        <p:spPr>
          <a:xfrm>
            <a:off x="8306410" y="247802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849210" y="3081528"/>
            <a:ext cx="142646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Hosting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30922" y="3374136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Enabled on S3 bucket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9582912" y="2331720"/>
            <a:ext cx="1572768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113264" y="2478024"/>
            <a:ext cx="512064" cy="512064"/>
          </a:xfrm>
          <a:prstGeom prst="ellipse">
            <a:avLst/>
          </a:prstGeom>
          <a:solidFill>
            <a:srgbClr val="FF9900"/>
          </a:solidFill>
        </p:spPr>
      </p:sp>
      <p:sp>
        <p:nvSpPr>
          <p:cNvPr id="33" name="Text 31"/>
          <p:cNvSpPr/>
          <p:nvPr/>
        </p:nvSpPr>
        <p:spPr>
          <a:xfrm>
            <a:off x="10113264" y="2478024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656064" y="3081528"/>
            <a:ext cx="142646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Access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37776" y="3374136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via website endpoint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5804611" y="2039112"/>
            <a:ext cx="5515661" cy="1984248"/>
          </a:xfrm>
          <a:prstGeom prst="roundRect">
            <a:avLst>
              <a:gd name="adj" fmla="val 6452"/>
            </a:avLst>
          </a:prstGeom>
          <a:ln w="19050">
            <a:solidFill>
              <a:srgbClr val="FF9900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5804611" y="2039112"/>
            <a:ext cx="1463040" cy="274320"/>
          </a:xfrm>
          <a:prstGeom prst="rect">
            <a:avLst/>
          </a:prstGeom>
          <a:solidFill>
            <a:srgbClr val="F5F7FC"/>
          </a:solidFill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99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AWS CLOUD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BENEFITS OF THIS ARCHITECTURE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4526280"/>
            <a:ext cx="16306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526280"/>
            <a:ext cx="1630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Cost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343912" y="4526280"/>
            <a:ext cx="16306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43912" y="4526280"/>
            <a:ext cx="1630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Availability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139184" y="4526280"/>
            <a:ext cx="16306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39184" y="4526280"/>
            <a:ext cx="1630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Deployment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934456" y="4526280"/>
            <a:ext cx="16306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34456" y="4526280"/>
            <a:ext cx="1630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Scalable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729728" y="4526280"/>
            <a:ext cx="16306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29728" y="4526280"/>
            <a:ext cx="1630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525000" y="4526280"/>
            <a:ext cx="163068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525000" y="4526280"/>
            <a:ext cx="1630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Reliable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48640" y="534924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website is developed locally, version-controlled on GitHub, then manually uploaded to an S3 bucket configured for static hosting — going live through a public website endpoint without any traditional web server.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99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804672" y="203911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99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64208" y="2039112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CloudFront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64208" y="2441448"/>
            <a:ext cx="3749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 CDN layer for faster global content delivery and lower latency.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78308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91072" y="2039112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6291072" y="203911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99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150608" y="2039112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 53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50608" y="2441448"/>
            <a:ext cx="3749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 a custom domain name to the hosted website for a professional address.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959352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804672" y="39593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99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64208" y="3959352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ACM (HTTPS)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64208" y="4361688"/>
            <a:ext cx="3749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 free SSL/TLS certificates to serve the site securely over HTTPS.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3703320"/>
            <a:ext cx="5120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5F2"/>
            </a:solidFill>
            <a:prstDash val="solid"/>
          </a:ln>
          <a:effectLst>
            <a:outerShdw blurRad="889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91072" y="3959352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6291072" y="39593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99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150608" y="3959352"/>
            <a:ext cx="3749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50608" y="4361688"/>
            <a:ext cx="3749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7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 deployment with CI/CD so pushes to GitHub sync straight to S3.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2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F99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WRAPPING 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7607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project successfully hosted a fully static website on Amazon S3 while managing its source code through GitHub — proving that secure, scalable web hosting doesn't require a traditional server.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57607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9BA5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lays a strong foundation for AWS cloud services and can be extended with CDN delivery, custom domains, HTTPS, and automated CI/CD deployment.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20840" y="178308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232B63"/>
          </a:solidFill>
        </p:spPr>
      </p:sp>
      <p:sp>
        <p:nvSpPr>
          <p:cNvPr id="7" name="Text 5"/>
          <p:cNvSpPr/>
          <p:nvPr/>
        </p:nvSpPr>
        <p:spPr>
          <a:xfrm>
            <a:off x="6720840" y="1901952"/>
            <a:ext cx="1417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99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793992" y="2606040"/>
            <a:ext cx="127101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Servers Managed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348472" y="178308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232B63"/>
          </a:solidFill>
        </p:spPr>
      </p:sp>
      <p:sp>
        <p:nvSpPr>
          <p:cNvPr id="10" name="Text 8"/>
          <p:cNvSpPr/>
          <p:nvPr/>
        </p:nvSpPr>
        <p:spPr>
          <a:xfrm>
            <a:off x="8348472" y="1901952"/>
            <a:ext cx="1417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99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421624" y="2606040"/>
            <a:ext cx="127101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Website Pages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976104" y="178308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232B63"/>
          </a:solidFill>
        </p:spPr>
      </p:sp>
      <p:sp>
        <p:nvSpPr>
          <p:cNvPr id="13" name="Text 11"/>
          <p:cNvSpPr/>
          <p:nvPr/>
        </p:nvSpPr>
        <p:spPr>
          <a:xfrm>
            <a:off x="9976104" y="1901952"/>
            <a:ext cx="1417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99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049256" y="2606040"/>
            <a:ext cx="127101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Publicly Accessible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20840" y="3566160"/>
            <a:ext cx="4709160" cy="2286000"/>
          </a:xfrm>
          <a:prstGeom prst="roundRect">
            <a:avLst>
              <a:gd name="adj" fmla="val 4800"/>
            </a:avLst>
          </a:prstGeom>
          <a:solidFill>
            <a:srgbClr val="232B63"/>
          </a:solidFill>
        </p:spPr>
      </p:sp>
      <p:sp>
        <p:nvSpPr>
          <p:cNvPr id="16" name="Text 14"/>
          <p:cNvSpPr/>
          <p:nvPr/>
        </p:nvSpPr>
        <p:spPr>
          <a:xfrm>
            <a:off x="6995160" y="379476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99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95160" y="4160520"/>
            <a:ext cx="42062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Cloud storage + version control = a hosting model that is secure, low-cost, and easy to maintain.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1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029200" cy="5029200"/>
          </a:xfrm>
          <a:prstGeom prst="ellipse">
            <a:avLst/>
          </a:prstGeom>
          <a:solidFill>
            <a:srgbClr val="161C4A"/>
          </a:solidFill>
        </p:spPr>
      </p:sp>
      <p:sp>
        <p:nvSpPr>
          <p:cNvPr id="3" name="Shape 1"/>
          <p:cNvSpPr/>
          <p:nvPr/>
        </p:nvSpPr>
        <p:spPr>
          <a:xfrm>
            <a:off x="9601200" y="3840480"/>
            <a:ext cx="4572000" cy="4572000"/>
          </a:xfrm>
          <a:prstGeom prst="ellipse">
            <a:avLst/>
          </a:prstGeom>
          <a:solidFill>
            <a:srgbClr val="232B63"/>
          </a:solidFill>
        </p:spPr>
      </p:sp>
      <p:sp>
        <p:nvSpPr>
          <p:cNvPr id="4" name="Text 2"/>
          <p:cNvSpPr/>
          <p:nvPr/>
        </p:nvSpPr>
        <p:spPr>
          <a:xfrm>
            <a:off x="0" y="2331720"/>
            <a:ext cx="12188952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394960" y="3520440"/>
            <a:ext cx="137160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Website Hosting Using Amazon S3 with GitHub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1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PSCMR College of Engineering and Technology, Vijayawada  ·  AWS Academy Cloud Internship, APSSDC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4610</Words>
  <Application>WPS Presentation</Application>
  <PresentationFormat>On-screen Show (16:9)</PresentationFormat>
  <Paragraphs>338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Ravva Swapna</cp:lastModifiedBy>
  <cp:revision>2</cp:revision>
  <dcterms:created xsi:type="dcterms:W3CDTF">2026-07-13T19:13:00Z</dcterms:created>
  <dcterms:modified xsi:type="dcterms:W3CDTF">2026-07-14T12:35:59Z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04CCFC53B33D45B69A28410AB537E7B8_13</vt:lpwstr>
  </property>
  <property fmtid="{D5CDD505-2E9C-101B-9397-08002B2CF9AE}" pid="3" name="KSOProductBuildVer">
    <vt:lpwstr>1033-12.1.0.27455</vt:lpwstr>
  </property>
</Properties>
</file>